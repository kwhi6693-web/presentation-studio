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SWISS EDITORIAL FIELD NOTE · 01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6B8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ial"/>
              </a:rPr>
              <a:t>The quiet
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DDE7FF"/>
                </a:solidFill>
                <a:latin typeface="Arial"/>
              </a:rPr>
              <a:t>A typography-led field note about structure, sequence, and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5120640"/>
            <a:ext cx="2286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5413248"/>
            <a:ext cx="19202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02FA7"/>
                </a:solidFill>
                <a:latin typeface="Arial"/>
              </a:rPr>
              <a:t>GÜIZANG →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DE7FF"/>
                </a:solidFill>
                <a:latin typeface="Arial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A PROPOSITION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6B8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ial"/>
              </a:rPr>
              <a:t>Less noise.
More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DDE7FF"/>
                </a:solidFill>
                <a:latin typeface="Arial"/>
              </a:rPr>
              <a:t>Good structure gives an idea somewhere to land.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00400"/>
            <a:ext cx="52578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56432"/>
            <a:ext cx="109728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002FA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438912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0A0A0A"/>
                </a:solidFill>
                <a:latin typeface="Arial"/>
              </a:rPr>
              <a:t>Less noise.
More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DE7FF"/>
                </a:solidFill>
                <a:latin typeface="Arial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A PAUSE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200" b="0" i="0">
                <a:solidFill>
                  <a:srgbClr val="0A0A0A"/>
                </a:solidFill>
                <a:latin typeface="Arial"/>
              </a:rPr>
              <a:t>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737373"/>
                </a:solidFill>
                <a:latin typeface="Arial"/>
              </a:rPr>
              <a:t>is not empty. It is a decision about what deserves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66960" y="4754880"/>
            <a:ext cx="1234440" cy="12344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37373"/>
                </a:solidFill>
                <a:latin typeface="Arial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THREE MOVES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0A0A0A"/>
                </a:solidFill>
                <a:latin typeface="Arial"/>
              </a:rPr>
              <a:t>Editorial clarity is built in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737373"/>
                </a:solidFill>
                <a:latin typeface="Arial"/>
              </a:rPr>
              <a:t>Frame · Weight ·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548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002FA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423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Bound 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291840"/>
            <a:ext cx="548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002FA7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9476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160520"/>
            <a:ext cx="2423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Proportion the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291840"/>
            <a:ext cx="548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002FA7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94760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A0A0A"/>
                </a:solidFill>
                <a:latin typeface="Arial"/>
              </a:rPr>
              <a:t>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160520"/>
            <a:ext cx="2423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Leave a next thought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37373"/>
                </a:solidFill>
                <a:latin typeface="Arial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RHYTHM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0A0A0A"/>
                </a:solidFill>
                <a:latin typeface="Arial"/>
              </a:rPr>
              <a:t>Every good deck has a tempo.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737373"/>
                </a:solidFill>
                <a:latin typeface="Arial"/>
              </a:rPr>
              <a:t>Open · Focus · Turn · Close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51560" y="3886200"/>
            <a:ext cx="9738360" cy="0"/>
          </a:xfrm>
          <a:prstGeom prst="line">
            <a:avLst/>
          </a:prstGeom>
          <a:ln w="1905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Name 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3611880"/>
            <a:ext cx="384048" cy="38404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4297680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6177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Reduce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611880"/>
            <a:ext cx="384048" cy="38404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297680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6177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Shift lens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3611880"/>
            <a:ext cx="384048" cy="38404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297680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617720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Leave handle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37373"/>
                </a:solidFill>
                <a:latin typeface="Arial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A SMALL MATRIX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0A0A0A"/>
                </a:solidFill>
                <a:latin typeface="Arial"/>
              </a:rPr>
              <a:t>What changes when the page has room to breathe?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737373"/>
                </a:solidFill>
                <a:latin typeface="Arial"/>
              </a:rPr>
              <a:t>Attention · Memory ·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14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002FA7"/>
                </a:solidFill>
                <a:latin typeface="Arial"/>
              </a:rP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596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The visual system is a reading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3375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914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002FA7"/>
                </a:solidFill>
                <a:latin typeface="Arial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31596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The visual system is a reading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063240"/>
            <a:ext cx="3108960" cy="16916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914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002FA7"/>
                </a:solidFill>
                <a:latin typeface="Arial"/>
              </a:rPr>
              <a:t>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1596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737373"/>
                </a:solidFill>
                <a:latin typeface="Arial"/>
              </a:rPr>
              <a:t>The visual system is a reading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37373"/>
                </a:solidFill>
                <a:latin typeface="Arial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DUO COMPARE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6B8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FFFFFF"/>
                </a:solidFill>
                <a:latin typeface="Arial"/>
              </a:rPr>
              <a:t>Decoration asks to be noticed.
Structure asks to be understood.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DDE7FF"/>
                </a:solidFill>
                <a:latin typeface="Arial"/>
              </a:rPr>
              <a:t>One signal, then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5212080" cy="1874519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971800"/>
            <a:ext cx="52120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9184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737373"/>
                </a:solidFill>
                <a:latin typeface="Arial"/>
              </a:rPr>
              <a:t>DECORATION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9184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STRUCTURE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67328"/>
            <a:ext cx="39319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Arial"/>
              </a:rPr>
              <a:t>Many signals,
one hierarchy to decode.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767328"/>
            <a:ext cx="393192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Arial"/>
              </a:rPr>
              <a:t>One signal,
then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DE7FF"/>
                </a:solidFill>
                <a:latin typeface="Arial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2FA7"/>
                </a:solidFill>
                <a:latin typeface="Arial"/>
              </a:rPr>
              <a:t>WHY NOW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D4D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3400" b="0" i="0">
                <a:solidFill>
                  <a:srgbClr val="0A0A0A"/>
                </a:solidFill>
                <a:latin typeface="Arial"/>
              </a:rPr>
              <a:t>When content is abundant, editing becomes the scarce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737373"/>
                </a:solidFill>
                <a:latin typeface="Arial"/>
              </a:rPr>
              <a:t>Choose what stays · leads · waits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002FA7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Choose what stays.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15468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002FA7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840480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Choose what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154680"/>
            <a:ext cx="9144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0" i="0">
                <a:solidFill>
                  <a:srgbClr val="002FA7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840480"/>
            <a:ext cx="24688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Arial"/>
              </a:rPr>
              <a:t>Choose what waits.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49240"/>
            <a:ext cx="10607040" cy="12801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37373"/>
                </a:solidFill>
                <a:latin typeface="Arial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3931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END NOTE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576072"/>
            <a:ext cx="11018520" cy="0"/>
          </a:xfrm>
          <a:prstGeom prst="line">
            <a:avLst/>
          </a:prstGeom>
          <a:ln w="8890">
            <a:solidFill>
              <a:srgbClr val="6B8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914400"/>
            <a:ext cx="987552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200" b="0" i="0">
                <a:solidFill>
                  <a:srgbClr val="FFFFFF"/>
                </a:solidFill>
                <a:latin typeface="Arial"/>
              </a:rPr>
              <a:t>Make
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766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DDE7FF"/>
                </a:solidFill>
                <a:latin typeface="Arial"/>
              </a:rPr>
              <a:t>A finished page is where the next thought can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4754880"/>
            <a:ext cx="4846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5010912"/>
            <a:ext cx="42062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A0A0A"/>
                </a:solidFill>
                <a:latin typeface="Arial"/>
              </a:rPr>
              <a:t>A finished page is where the next thought can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9224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DE7FF"/>
                </a:solidFill>
                <a:latin typeface="Arial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Editorial Deck</dc:title>
  <dc:subject>Typography-led editorial field note</dc:subject>
  <dc:creator>Presentation Studio showcase</dc:creator>
  <cp:keywords/>
  <dc:description>Illustrative public showcase output generated from a traceable local manifest.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